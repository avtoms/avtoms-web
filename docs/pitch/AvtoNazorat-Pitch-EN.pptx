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management for auto repair shops. Work orders, customers, warehouse, finance and fiscal receipts — one platform, built for Uzbekistan and the wider CIS.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4.7-million-car market still runs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 arrives, a job opens, the customer approves the estimate on Telegram, mechanics work it from their phones, parts leave the warehouse, a fiscal receipt is issued — and the money lands in the books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each one a state the whole shop can see. Nothing is re-typed and nothing is remembered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front doors,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“how is profit this month?” in plain Uzbek, Russian or English. The assistant answers with real tables and clickable buttons that navigate the app to the exact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Uzbekistan, not translated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Contract-first protobuf, seven Go services behind one gateway, and a deployment that updates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repositories, a shared protobuf contract, and a single-command deployment that has been running the full stack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a design decision, not a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Statistics Agency under the President of the Republic of Uzbekistan (stat.uz), Oct 2025; commercial business directory data,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expands with the customer: more mechanics, more branches, the AI tier, and custom integrations for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before presenting — these are the only numbers a jury or an investor will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money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each founder: name, role, and the one line that makes them the right person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system. Now we scale it. — Ten repositories, seven services and a working product — looking for the capital and the partners to put it in every shop in the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508760"/>
            <a:ext cx="4114800" cy="4114800"/>
          </a:xfrm>
          <a:prstGeom prst="ellipse">
            <a:avLst/>
          </a:prstGeom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43316" y="2208276"/>
            <a:ext cx="2715768" cy="2715768"/>
          </a:xfrm>
          <a:prstGeom prst="ellipse">
            <a:avLst/>
          </a:prstGeom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3980" y="2948940"/>
            <a:ext cx="1234440" cy="1234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48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859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Auto-Garaj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management for auto repair shops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 shop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screen.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customers, warehouse, finance and fiscal receipts — one platform, built for Uzbekistan and the wider CIS.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04288" y="5029200"/>
            <a:ext cx="1513332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502920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63924" y="502920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3924" y="5029200"/>
            <a:ext cx="1897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plate formats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07608" y="502920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5029200"/>
            <a:ext cx="1897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Telegram-native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· Investor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4.7-million-car market still runs on paper.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739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6736" y="17556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 is the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1031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agreed prices and customer debts live in a paper notebook or a chat thread. Nothing is searchable, nothing is auditable, nothing survives a staff change.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739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59168" y="17556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flies blind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1031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answer “what did I earn this month, and on which services?” without counting cash by hand at the end of the day.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741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16736" y="3355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waits in the dark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16736" y="37033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estimate to approve, no status while the car is in the shop, no receipt afterwards. Trust is rebuilt from zero on every visit.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91072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3741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59168" y="3355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duty is a burden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7033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soliq chek is issued late, filled in by hand, or quietly skipped — and the shop carries the risk.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E172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4.73M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vehicles registered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46778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429658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a single year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44917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127797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repair shops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The whole shop.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arrives, a job opens, the customer approves the estimate on Telegram, mechanics work it from their phones, parts leave the warehouse, a fiscal receipt is issued — and the money lands in the books by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8-state job lifecycle with per-item mechanic assignment and time tracking.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3458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1202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883810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cars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1202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search, full vehicle history and a per-car service book.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8277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6021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8629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6021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variants, stock movements, counter sales and a shared catalogue.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Multi-currency, customer and supplier ledgers, expenses and live P&amp;L.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1202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83810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receipts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1202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chek with STIR, itemised discount, QR and OFD receipt id.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58277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6021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8629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96021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read-only tools over your own data, in plain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moves itself.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one a state the whole shop can see. Nothing is re-typed and nothing is remembered by hand.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typed or found in one second. Car, owner and odometer attach themselves.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3458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1202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120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8402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1202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parts pulled from the price menu; a negotiated discount is recorded, not hidden.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58277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6021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96021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53221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6021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approves or declines on Telegram — or via an unguessable web link. No app to install.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6384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item is assigned to a mechanic, who moves it on their phone. Timers record real labour.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3458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1202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459120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8402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1202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notified the moment the car is ready. Parts are written off the warehouse automatically.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58277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6021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/>
          <p:nvPr/>
        </p:nvSpPr>
        <p:spPr>
          <a:xfrm>
            <a:off x="8396021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53221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&amp; close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6021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chek issued, split or credit payment recorded, revenue booked, next service reminder scheduled.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0E1729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751576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1115568" y="5577840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scheduler then follows up on its own: service reminders when they come due, appointment reminders 24 hours ahead.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front doors, one system.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56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console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5464" y="1975104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4855464" y="197510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414016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job board, warehouse, finance and nine report types. Everything the person who carries the risk needs to see.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1072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56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app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15016" y="197510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5016" y="197510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414016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jobs assigned to them, moved in two taps. Costs, margins and profit are never rendered on this screen.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40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8264" y="385876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398264" y="3858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297680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estimate, watch the job, get “your car is ready”, keep the service history. Nothing to install.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91072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40696" y="385876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0696" y="3858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Cross-shop control: the shared product catalogue, integrations, leads and platform-wide service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your data.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“how is profit this month?” in plain Uzbek, Russian or English. The assistant answers with real tables and clickable buttons that navigate the app to the exact screen.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633472"/>
            <a:ext cx="3657600" cy="475488"/>
          </a:xfrm>
          <a:prstGeom prst="roundRect">
            <a:avLst>
              <a:gd name="adj" fmla="val 30769"/>
            </a:avLst>
          </a:prstGeom>
          <a:solidFill>
            <a:srgbClr val="24365A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6334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How’s profit this month?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328416"/>
            <a:ext cx="4709160" cy="1517904"/>
          </a:xfrm>
          <a:prstGeom prst="roundRect">
            <a:avLst>
              <a:gd name="adj" fmla="val 7229"/>
            </a:avLst>
          </a:prstGeom>
          <a:solidFill>
            <a:srgbClr val="0E1729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529584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profit: 38.6M UZS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15568" y="3986784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vs last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4315968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3563E9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finances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0474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an MCP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400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registry is exposed over Model Context Protocol (JSON-RPC), so an owner can point Claude Desktop at their shop with the same bearer token they already use.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615184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068312" y="25968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construction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6832" y="3200400"/>
            <a:ext cx="4617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holds only List and Get tools — no create, update or delete tool exists to call.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is derived from the signed-in identity, never from what the model asks for.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is permanently pinned to their own shop; only a super-admin may read across shops.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are sanitised against a strict tag allowlist before they reach the screen.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Uzbekistan, not translated into 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chek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Seller, STIR, cashier, itemised lines, QR and OFD receipt id.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6252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5708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3605708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Soum-first, multi-currency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05708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shop holds its own rate, with full rate history.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3864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3320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3320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Nasiya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3320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sales tracked on real customer ledgers and balances.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1475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0931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280931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payments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80931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between legal entities, with counterparty ledgers.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+ Telegram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PlayMobile SMS and Telegram Gateway OTP, with automatic fallback.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6252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5708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605708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languages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05708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O‘zbekcha, Ўзбекча and Русский across the entire interface.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3864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3320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3320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plate formats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3320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 plates plus eight more CIS formats, rendered authentically.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61475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80931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280931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car catalogue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80931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and models with logos, curated centrally for every shop.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like infrastructure.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protobuf, seven Go services behind one gateway, and a deployment that updates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9339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67712" y="1993392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· Mechanic phone · Telegram bot · Admin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9806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67712" y="2798064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— automatic TLS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60273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67712" y="3602736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→ gRPC · 169 endpoints · auth, RBAC, CORS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40740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67712" y="4407408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customer · workorder · invoice · notification · reporting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21208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67712" y="5212080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six isolated databases · NATS event bus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993392"/>
            <a:ext cx="4053535" cy="3895344"/>
          </a:xfrm>
          <a:prstGeom prst="roundRect">
            <a:avLst>
              <a:gd name="adj" fmla="val 2817"/>
            </a:avLst>
          </a:prstGeom>
          <a:solidFill>
            <a:srgbClr val="0E172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0416" y="2322576"/>
            <a:ext cx="292608" cy="29260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304288"/>
            <a:ext cx="3047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18704" y="2852928"/>
            <a:ext cx="3395167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builds one image per service and pushes to the registry on every merge.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pulls and restarts changed services — no manual deploy step.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re-run safely under an advisory lock on every restart.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Loki and Promtail ship with the stack.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the MVP on a single VPS, with a documented path to managed Postgres and HA.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prototype. A running system.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microservices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8698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43018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8757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63077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22960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8698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018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65k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43018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8757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63077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54126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repositories, a shared protobuf contract, and a single-command deployment that has been running the full stack end to end.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a design decision, not a setting.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792224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at the boundary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70432" y="2139696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derives the shop from the authenticated token. Six separate databases, no cross-shop joins.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1847088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912864" y="1792224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 shop defines itself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12864" y="2139696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roles with a per-permission matrix, rather than three fixed roles that never fit.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328416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2735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 cannot see money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3621024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margin and profit are withheld from the mechanic surface by the API, not hidden by CSS.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3328416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32735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Unguessable public links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12864" y="3621024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approval links carry random tokens, never sequential identifiers.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809744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475488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intelligence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0432" y="5102352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and MCP surfaces physically cannot mutate a record.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1072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4809744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912864" y="475488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money paths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2864" y="5102352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log covers the operations that move money or void a receipt.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fleet growing faster than the shops serving 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4.73M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vehicles registered in Uzbekistan (Oct 2025)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53458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8" name="Text 6"/>
          <p:cNvSpPr/>
          <p:nvPr/>
        </p:nvSpPr>
        <p:spPr>
          <a:xfrm>
            <a:off x="4591202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91202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added in twelve months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8277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11" name="Text 9"/>
          <p:cNvSpPr/>
          <p:nvPr/>
        </p:nvSpPr>
        <p:spPr>
          <a:xfrm>
            <a:off x="8396021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96021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fleet is passenger cars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260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serviceable 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2,030 auto repair shops and 830 parts stores appear in commercial business directories. The real market is materially larger and largely informal — which is precisely the segment that has never had software.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91072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9260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is already engineered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29184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CIS plate formats, three interface languages and per-shop multi-currency are in the product today. Entering Kazakhstan, Kyrgyzstan or Tajikistan is a go-to-market exercise, not a rebuild.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3659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4736592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with your pricing and reachable-shop assumptions.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Statistics Agency under the President of the Republic of Uzbekistan (stat.uz), Oct 2025; commercial business directory data, 2026.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subscription per shop, priced by shop size.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location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three mechanics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and customers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receipts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3458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0E1729"/>
          </a:solidFill>
          <a:ln/>
        </p:spPr>
      </p:sp>
      <p:sp>
        <p:nvSpPr>
          <p:cNvPr id="8" name="Shape 6"/>
          <p:cNvSpPr/>
          <p:nvPr/>
        </p:nvSpPr>
        <p:spPr>
          <a:xfrm>
            <a:off x="6049670" y="1883664"/>
            <a:ext cx="1532534" cy="2743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6049670" y="1883664"/>
            <a:ext cx="1532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7778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27778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mechanics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and reminders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P&amp;L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8277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2597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32597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panel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expands with the customer: more mechanics, more branches, the AI tier, and custom integrations for chains.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7550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in: price per tier · ARPU · gross margin · CAC and payback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come out of the product itself — it ships a lead and demo-request CRM, so the pipeline is measured, not estimated.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live on the platform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53458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9490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under management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09490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158277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4309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processed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4309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353458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9490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Month-on-month growth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9490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58277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4309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requests in pipeline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4309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0E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65099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5394960"/>
            <a:ext cx="102714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before presenting — these are the only numbers a jury or an investor will test.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money buys.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0E17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OFD fiscalisation replacing the current stub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Payme and Uzum payment acceptance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of paying shops onboarded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3458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7778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4978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7778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and Android apps for mechanics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 across branches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supplier marketplace inside the warehouse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8277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2597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2597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797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2597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from service-book history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and corporate fleet contracts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across the CIS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building this.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8109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/ CEO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0" name="Shape 8"/>
          <p:cNvSpPr/>
          <p:nvPr/>
        </p:nvSpPr>
        <p:spPr>
          <a:xfrm>
            <a:off x="4353458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2928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7778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10658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10658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0658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8277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97746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2597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15477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15477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5477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230368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30368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founder: name, role, and the one line that makes them the right person for it.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594360"/>
            <a:ext cx="3383280" cy="3383280"/>
          </a:xfrm>
          <a:prstGeom prst="ellipse">
            <a:avLst/>
          </a:prstGeom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3358" y="1169518"/>
            <a:ext cx="2232965" cy="2232965"/>
          </a:xfrm>
          <a:prstGeom prst="ellipse">
            <a:avLst/>
          </a:prstGeom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2348" y="1778508"/>
            <a:ext cx="1014984" cy="10149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system.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06654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scale it.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809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repositories, seven services and a working product — looking for the capital and the partners to put it in every shop in the country.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5537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901184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what it buys · milestone it reaches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5537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4901184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phone · email · website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089904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6035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 · Auto-Garaj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AvtoNazorat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AvtoNazorat — Digital management for auto repair shops</dc:title>
  <dc:subject>PptxGenJS Presentation</dc:subject>
  <dc:creator>AvtoNazorat</dc:creator>
  <cp:lastModifiedBy>AvtoNazorat</cp:lastModifiedBy>
  <cp:revision>1</cp:revision>
  <dcterms:created xsi:type="dcterms:W3CDTF">2026-08-25T03:40:38Z</dcterms:created>
  <dcterms:modified xsi:type="dcterms:W3CDTF">2026-08-25T03:40:38Z</dcterms:modified>
</cp:coreProperties>
</file>