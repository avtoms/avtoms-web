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Avtoservis uchun raqamli boshqaruv. Buyurtmalar, mijozlar, ombor, moliya va fiskal cheklar — O‘zbekiston va MDH bozori uchun yaratilgan yagona platforma.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4,7 million avtomobillik bozor daftarda yuritiladi.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Mashina keldi, buyurtma ochildi, mijoz smetani Telegramda tasdiqladi, ustalar telefonidan ishladi, ehtiyot qismlar ombordan yechildi, fiskal chek berildi — pul esa hisobga o‘zi tushdi.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Olti bosqich, va har biri — butun servis ko‘rib turadigan holat. Hech narsa qayta yozilmaydi va yodda saqlanmaydi.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To‘rt eshik, bitta tizim.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«Bu oy foyda qancha?» deb oddiy tilda so‘rang — o‘zbekcha, ruscha yoki inglizcha. Javob haqiqiy jadvallar va kerakli ekranni ochadigan tugmalar bilan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O‘zbekiston uchun qilingan, tarjima qilingan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Protobuf shartnomalari, bitta shlyuz ortidagi yettita Go xizmati va o‘zini o‘zi yangilaydigan joylashtirish.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O‘nta repozitoriy, umumiy protobuf shartnomasi va bitta buyruq bilan joylashtirish — stek allaqachon to‘liq ishlab turibdi.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Xavfsizlik sozlama emas, konstruksiyaning o‘zi.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Manbalar: O‘zbekiston Respublikasi Prezidenti huzuridagi Statistika agentligi (stat.uz), 2025-yil okt.; tijorat biznes-ma’lumotnomalari, 2026-yil.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Tushum mijoz bilan birga o‘sadi: ko‘proq usta, ko‘proq filial, AI tarifi va tarmoqlar uchun individual integratsiyalar.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Taqdimotdan oldin to‘ldiring — hakamlar va investor tekshiradigan yagona raqamlar shular.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Investitsiya nima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biri uchun qo‘shing: ism, rol va nega aynan u mos ekani haqida bir qator.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Tizim qurildi. Endi — miqyos. — O‘nta repozitoriy, yettita xizmat va ishlayotgan mahsulot. Uni mamlakatdagi har bir servisga olib kirish uchun kapital va hamkorlar izlayapmiz.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508760"/>
            <a:ext cx="4114800" cy="4114800"/>
          </a:xfrm>
          <a:prstGeom prst="ellipse">
            <a:avLst/>
          </a:prstGeom>
          <a:solidFill>
            <a:srgbClr val="0E1729"/>
          </a:solidFill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43316" y="2208276"/>
            <a:ext cx="2715768" cy="2715768"/>
          </a:xfrm>
          <a:prstGeom prst="ellipse">
            <a:avLst/>
          </a:prstGeom>
          <a:solidFill>
            <a:srgbClr val="0E1729"/>
          </a:solidFill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3980" y="2948940"/>
            <a:ext cx="1234440" cy="123444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548640" y="566928"/>
            <a:ext cx="274320" cy="2743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932688" y="54864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85953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Auto-Garaj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Avtoservis uchun raqamli boshqaruv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4980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avtoservis 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74980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ekranda.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Buyurtmalar, mijozlar, ombor, moliya va fiskal cheklar — O‘zbekiston va MDH bozori uchun yaratilgan yagona platforma.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16093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yordamchi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04288" y="5029200"/>
            <a:ext cx="937260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5029200"/>
            <a:ext cx="9372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7852" y="502920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7852" y="5029200"/>
            <a:ext cx="18973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raqam formati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31536" y="502920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5029200"/>
            <a:ext cx="18973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orqali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· Investorlar uchun taqdimot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 million avtomobillik bozor daftarda yuritiladi.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73936"/>
            <a:ext cx="384048" cy="384048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804672" y="17739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6736" y="175564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o‘rniga daftar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103120"/>
            <a:ext cx="4306824" cy="704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Buyurtmalar, kelishilgan narxlar va mijoz qarzlari qog‘oz daftarda yoki yozishmada qoladi. Qidirib bo‘lmaydi, tekshirib bo‘lmaydi, xodim ketsa hammasi yo‘qoladi.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73936"/>
            <a:ext cx="384048" cy="384048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6547104" y="17739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59168" y="175564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Egasi ko‘r-ko‘rona ishlaydi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103120"/>
            <a:ext cx="4306824" cy="704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 oy qancha ishladim va qaysi xizmatdan?» degan savolga kun oxirida kassani qo‘lda sanamasdan javob berib bo‘lmaydi.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74136"/>
            <a:ext cx="384048" cy="384048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804672" y="3374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16736" y="335584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xabarsiz qoladi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16736" y="3703320"/>
            <a:ext cx="4306824" cy="704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Smeta tasdiqlanmaydi, mashina qaysi bosqichda ekani noma’lum, chek yo‘q. Ishonch har safar noldan quriladi.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91072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374136"/>
            <a:ext cx="384048" cy="384048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547104" y="3374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59168" y="335584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Fiskal yuk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703320"/>
            <a:ext cx="4306824" cy="704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cheki kechikib yoziladi, qo‘lda to‘ldiriladi yoki umuman yozilmaydi — xavf esa servis zimmasida qoladi.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548640" y="5038344"/>
            <a:ext cx="36981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 mln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" y="5495544"/>
            <a:ext cx="333237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aholidagi avtomobil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46778" y="5038344"/>
            <a:ext cx="36981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 ming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429658" y="5495544"/>
            <a:ext cx="333237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yilda qo‘shildi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44917" y="5038344"/>
            <a:ext cx="36981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2 030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127797" y="5495544"/>
            <a:ext cx="333237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ma’lumotnomadagi avtoservis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platforma. Butun servis.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keldi, buyurtma ochildi, mijoz smetani Telegramda tasdiqladi, ustalar telefonidan ishladi, ehtiyot qismlar ombordan yechildi, fiskal chek berildi — pul esa hisobga o‘zi tushdi.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24912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078992" y="2670048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Buyurtmalar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3035808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bosqichli jarayon, har bir ishga usta biriktirish va vaqt hisobi.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3458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1202" y="2724912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883810" y="2670048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Mijozlar va avtolar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1202" y="3035808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raqami bo‘yicha qidiruv, to‘liq tarix va servis kitobchasi.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8277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6021" y="2724912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8688629" y="2670048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Ombor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6021" y="3035808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Variantli tovarlar, qoldiq harakati, sotuv va umumiy katalog.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315968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078992" y="4261104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Moliya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4626864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 valyuta, mijoz va yetkazib beruvchi hisoblari, xarajatlar va foyda hisoboti.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1202" y="4315968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4883810" y="4261104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Fiskal cheklar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1202" y="4626864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 cheki: STIR, pozitsiyalar, chegirma, QR va OFD chek raqami.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58277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6021" y="4315968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8688629" y="4261104"/>
            <a:ext cx="275325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yordamchi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96021" y="4626864"/>
            <a:ext cx="300929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 faqat o‘qiydigan vosita — oddiy tilda.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ISHLAYDI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Buyurtma o‘zi yuradi.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Olti bosqich, va har biri — butun servis ko‘rib turadigan holat. Hech narsa qayta yozilmaydi va yodda saqlanmaydi.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3591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340864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Qabul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743200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raqami bir soniyada terildi yoki topildi. Mashina, egasi va probeg o‘zi biriktiriladi.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3458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1202" y="23591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4591202" y="2359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8402" y="2340864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1202" y="2743200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va ehtiyot qismlar narxlar menyusidan olinadi; kelishilgan chegirma yashirilmay qayd etiladi.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58277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6021" y="23591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8396021" y="2359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53221" y="2340864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Tasdiqlash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6021" y="2743200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Telegramda yoki himoyalangan havola orqali tasdiqlaydi yoki rad etadi. Ilova o‘rnatish shart emas.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041648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786384" y="4041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023360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Jarayonda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6384" y="4425696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ish ustaga biriktiriladi va u telefonidan yuritadi. Taymer haqiqiy vaqtni hisoblaydi.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3458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1202" y="4041648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4591202" y="4041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8402" y="4023360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Tayyor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1202" y="4425696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tayyor bo‘lishi bilan mijozga xabar ketadi. Ehtiyot qismlar ombordan avtomatik yechiladi.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58277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6021" y="4041648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8396021" y="4041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53221" y="4023360"/>
            <a:ext cx="258866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 va yopish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6021" y="4425696"/>
            <a:ext cx="300929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 chek berildi, to‘lov (bo‘lib yoki nasiyaga) qayd etildi, tushum o‘tkazildi, keyingi eslatma belgilandi.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822960" y="5751576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1115568" y="5577840"/>
            <a:ext cx="10271455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 rejalashtiruvchi o‘zi ishlaydi: muddati kelgan texnik ko‘rik eslatmalari va navbatdan 24 soat oldingi eslatmalar.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To‘rt eshik, bitta tizim.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5681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 paneli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5464" y="1975104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4855464" y="1975104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414016"/>
            <a:ext cx="476402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boshqaruv paneli, buyurtmalar doskasi, ombor, moliya va to‘qqiz xil hisobot. Xavfni ko‘taradigan odam ko‘rishi kerak bo‘lgan hamma narsa.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1072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5681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 ilovasi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32136" y="1975104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10232136" y="1975104"/>
            <a:ext cx="111556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414016"/>
            <a:ext cx="476402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o‘ziga biriktirilgan ishlar, holat ikki bosishda. Tannarx, ustama va foyda bu ekranga umuman berilmaydi.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40480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8264" y="385876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398264" y="3858768"/>
            <a:ext cx="12070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297680"/>
            <a:ext cx="476402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Smetani tasdiqlash, ishni kuzatish, «mashinangiz tayyor» xabari va tarix. O‘rnatadigan narsa yo‘q.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91072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49256" y="3858768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0049256" y="3858768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76402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servislar ustidan nazorat: umumiy tovar katalogi, integratsiyalar, arizalar va platforma bo‘yicha tahlil.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Ma’lumotlaringiz bilan gaplashing.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 oy foyda qancha?» deb oddiy tilda so‘rang — o‘zbekcha, ruscha yoki inglizcha. Javob haqiqiy jadvallar va kerakli ekranni ochadigan tugmalar bilan keladi.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633472"/>
            <a:ext cx="3657600" cy="475488"/>
          </a:xfrm>
          <a:prstGeom prst="roundRect">
            <a:avLst>
              <a:gd name="adj" fmla="val 30769"/>
            </a:avLst>
          </a:prstGeom>
          <a:solidFill>
            <a:srgbClr val="24365A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920240" y="2633472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oy foyda qancha?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328416"/>
            <a:ext cx="4709160" cy="1517904"/>
          </a:xfrm>
          <a:prstGeom prst="roundRect">
            <a:avLst>
              <a:gd name="adj" fmla="val 7229"/>
            </a:avLst>
          </a:prstGeom>
          <a:solidFill>
            <a:srgbClr val="0E1729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529584"/>
            <a:ext cx="42153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 foyda: 38,6 mln so‘m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15568" y="3986784"/>
            <a:ext cx="4215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O‘tgan oyga nisbatan +18%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4315968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3563E9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1115568" y="431596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Moliyani ochish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047488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Bundan tashqari MCP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40096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shu vositalar to‘plami Model Context Protocol (JSON-RPC) orqali ochilgan: ega o‘zi ishlatayotgan token bilan Claude Desktop’ni o‘z servisiga ulashi mumkin.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615184"/>
            <a:ext cx="329184" cy="329184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7068312" y="2596896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Tuzilishiga ko‘ra faqat o‘qiydi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6832" y="3200400"/>
            <a:ext cx="4617720" cy="2596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Ro‘yxatda faqat List va Get vositalari bor — yaratish, o‘zgartirish yoki o‘chirish vositasi umuman mavjud emas.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modelning so‘rovidan emas, tizimga kirgan foydalanuvchi ma’lumotidan aniqlanadi.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 doimo o‘z servisiga bog‘langan; servislar bo‘ylab faqat super-administrator o‘qiy oladi.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ekranga chiqishidan oldin qat’iy ruxsat etilgan teglar ro‘yxati bo‘yicha tozalanadi.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MAHALLIYLASHTIRISH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O‘zbekiston uchun qilingan, tarjima qilingan emas.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3794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768096" y="205740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Fiskal chek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64261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Sotuvchi, STIR, kassir, pozitsiyalar, QR va OFD chek raqami.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6252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5708" y="183794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3605708" y="205740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So‘m va ko‘p valyuta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05708" y="264261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servisning o‘z kursi va to‘liq kurs tarixi bor.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3864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3320" y="183794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6443320" y="205740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Nasiya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3320" y="264261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Qarzga sotuv haqiqiy mijoz hisoblarida yuritiladi.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1475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0931" y="183794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9280931" y="205740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Kompaniyalar hisob-kitobi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80931" y="264261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Yuridik shaxslar o‘rtasida pul o‘tkazma va kontragentlar bilan hisob-kitob.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94106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768096" y="416052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va Telegram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" y="474573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PlayMobile orqali SMS va Telegram Gateway orqali OTP, zaxira kanali bilan.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6252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5708" y="394106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3605708" y="416052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 til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05708" y="474573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O‘zbekcha, Ўзбекча va Русский — butun interfeys bo‘ylab.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3864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3320" y="394106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6443320" y="416052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To‘qqiz raqam formati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3320" y="474573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 davlat raqamlari va yana sakkizta MDH formati aniq ko‘rinishda.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61475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80931" y="3941064"/>
            <a:ext cx="164592" cy="164592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9280931" y="4160520"/>
            <a:ext cx="217924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Avtomobillar katalogi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80931" y="4745736"/>
            <a:ext cx="21426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Markalar va modellar logotiplari bilan, markazlashgan holda yuritiladi.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Infratuzilma sifatida qurilgan.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shartnomalari, bitta shlyuz ortidagi yettita Go xizmati va o‘zini o‘zi yangilaydigan joylashtirish.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93392"/>
            <a:ext cx="14173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Mijozlar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67712" y="1993392"/>
            <a:ext cx="471830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panel · Usta telefoni · Telegram bot · Admin panel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98064"/>
            <a:ext cx="14173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Chegara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67712" y="2798064"/>
            <a:ext cx="471830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— TLS sertifikatlari avtomatik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786384" y="3602736"/>
            <a:ext cx="14173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Shlyuz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67712" y="3602736"/>
            <a:ext cx="471830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→ gRPC · 169 endpoint · avtorizatsiya, huquqlar, CORS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786384" y="4407408"/>
            <a:ext cx="14173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Xizmatlar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67712" y="4407408"/>
            <a:ext cx="471830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customer · workorder · invoice · notification · reporting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212080"/>
            <a:ext cx="14173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Ma’lumotlar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67712" y="5212080"/>
            <a:ext cx="471830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oltita alohida baza · NATS hodisalar shinasi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993392"/>
            <a:ext cx="4053535" cy="3895344"/>
          </a:xfrm>
          <a:prstGeom prst="roundRect">
            <a:avLst>
              <a:gd name="adj" fmla="val 2817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7900416" y="2322576"/>
            <a:ext cx="292608" cy="292608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8302752" y="2304288"/>
            <a:ext cx="3047695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18704" y="2852928"/>
            <a:ext cx="3395167" cy="2798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har bir xizmat uchun image yig‘adi va har bir birlashtirishda chop etadi.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yangilangan xizmatlarni o‘zi tortib qayta ishga tushiradi — qo‘lda deploy yo‘q.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Migratsiyalar har qayta ishga tushishda qulf ostida xavfsiz qayta o‘ynatiladi.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Loki va Promtail stek bilan birga keladi.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uchun bitta VPS’ga mo‘ljallangan, boshqariladigan Postgres va HA’ga o‘tish yo‘li hujjatlashtirilgan.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prototip emas. Bu ishlayotgan tizim.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35224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mikroxizmati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8698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2148840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43018" y="2935224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8757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2148840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63077" y="2935224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95928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22960" y="4782312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migratsiyasi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8698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018" y="3995928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65k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43018" y="4782312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kod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8757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995928"/>
            <a:ext cx="290565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63077" y="4782312"/>
            <a:ext cx="29056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turi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541264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O‘nta repozitoriy, umumiy protobuf shartnomasi va bitta buyruq bilan joylashtirish — stek allaqachon to‘liq ishlab turibdi.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sozlama emas, konstruksiyaning o‘zi.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170432" y="1792224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 chegarasida ajratish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70432" y="2139696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xizmat servis mansubligini tokendan oladi. Oltita alohida baza, ular orasida so‘rov yo‘q.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1847088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6912864" y="1792224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Servis o‘zi belgilaydigan rollar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12864" y="2139696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qachon to‘g‘ri kelmaydigan uchta qat’iy rol o‘rniga huquqlar matritsasi bilan ixtiyoriy rollar.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328416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1170432" y="32735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 pulni ko‘rmaydi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3621024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Tannarx, ustama va foydani API bermaydi — bu uslub bilan yashirilgan emas, u yerda umuman yo‘q.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3328416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6912864" y="32735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Topib bo‘lmaydigan havolalar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12864" y="3621024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Hisob-fakturalar va tasdiqlash havolalarida tasodifiy token, tartib raqami emas.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809744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170432" y="4754880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Faqat o‘qiydigan tahlil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0432" y="5102352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 MCP birorta yozuvni jismonan o‘zgartira olmaydi.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1072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4809744"/>
            <a:ext cx="219456" cy="21945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6912864" y="4754880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harakati auditi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2864" y="5102352"/>
            <a:ext cx="447141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jurnali pulni harakatlantiradigan yoki chekni bekor qiladigan amallarni qamrab oladi.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Avtopark servislardan tez o‘smoqda.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300929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 mln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066544"/>
            <a:ext cx="300929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O‘zbekiston aholisidagi avtomobil (2025-yil okt.)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53458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591202" y="1536192"/>
            <a:ext cx="300929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 ming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91202" y="2066544"/>
            <a:ext cx="300929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o‘n ikki oyda qo‘shilgan avtomobil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8277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396021" y="1536192"/>
            <a:ext cx="300929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96021" y="2066544"/>
            <a:ext cx="300929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avtoparkning yengil avtomobillar ulushi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26080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 ko‘rsatiladigan baza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480060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Tijorat ma’lumotnomalarida 2,030 ta avtoservis va 830 ta ehtiyot qism do‘koni qayd etilgan. Haqiqiy bozor sezilarli darajada kattaroq va asosan norasmiy — aynan shu qatlamda hech qachon dasturiy ta’minot bo‘lmagan.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91072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926080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 bozorga chiqish allaqachon tayyor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291840"/>
            <a:ext cx="480060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MDHning to‘qqizta raqam formati, uchta interfeys tili va har bir servis uchun ko‘p valyuta mahsulotda bor. Qozog‘iston, Qirg‘iziston yoki Tojikistonga chiqish — sotuv masalasi, tizimni qayta yozish emas.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36592"/>
            <a:ext cx="27432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4736592"/>
            <a:ext cx="780257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 narxingiz va erishish mumkin bo‘lgan servislar soni asosida to‘ldiriladi.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O‘zbekiston Respublikasi Prezidenti huzuridagi Statistika agentligi (stat.uz), 2025-yil okt.; tijorat biznes-ma’lumotnomalari, 2026-yil.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servisga obuna — servis hajmiga qarab.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65376"/>
            <a:ext cx="220461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3613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filial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Uchtagacha usta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 va mijozlar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 cheklar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3458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497726" y="1883664"/>
            <a:ext cx="1084478" cy="2743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497726" y="1883664"/>
            <a:ext cx="108447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Ommabop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7778" y="1865376"/>
            <a:ext cx="220461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27778" y="2468880"/>
            <a:ext cx="293613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Cheklanmagan ustalar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va eslatmalar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va foyda hisoboti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yordamchi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8277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2597" y="1865376"/>
            <a:ext cx="220461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32597" y="2468880"/>
            <a:ext cx="293613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nechta filial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nazorat paneli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integratsiyalar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 qo‘llab-quvvatlash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Tushum mijoz bilan birga o‘sadi: ko‘proq usta, ko‘proq filial, AI tarifi va tarmoqlar uchun individual integratsiyalar.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75504"/>
            <a:ext cx="1054577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To‘ldiriladi: tariflar narxi · ARPU · yalpi marja · CAC va qoplanish muddati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Bugungi holat.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raqamlar mahsulotning o‘zidan olinadi — unda arizalar va demo so‘rovlari CRM’i bor, shuning uchun voronka taxmin qilinmaydi, o‘lchanadi.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40864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Platformadagi avtoservislar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889504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53458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9490" y="2340864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Tizimdagi avtomobillar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09490" y="2889504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158277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4309" y="2340864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Yopilgan buyurtmalar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4309" y="2889504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41648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takroriy tushum (MRR)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590288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353458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9490" y="4041648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Oydan oyga o‘sish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9490" y="4590288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58277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4309" y="4041648"/>
            <a:ext cx="297271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Voronkadagi demo so‘rovlari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4309" y="4590288"/>
            <a:ext cx="297271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822960" y="5650992"/>
            <a:ext cx="182880" cy="18288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115568" y="5394960"/>
            <a:ext cx="1027145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Taqdimotdan oldin to‘ldiring — hakamlar va investor tekshiradigan yagona raqamlar shular.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YO‘L XARITASI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Investitsiya nima beradi.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83664"/>
            <a:ext cx="247893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2936138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vaqtinchalik yechim o‘rniga jonli OFD fiskalizatsiyasi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Payme va Uzum orqali to‘lov qabul qilish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to‘lovchi servislar guruhini ulash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3458" y="1627632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7778" y="19019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627778" y="1901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4978" y="1883664"/>
            <a:ext cx="247893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7778" y="2542032"/>
            <a:ext cx="2936138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Ustalar uchun iOS va Android ilovalari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Filiallar bo‘yicha yig‘ma hisobot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ichida ehtiyot qism yetkazib beruvchilar marketplace’i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8277" y="1627632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2597" y="19019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8432597" y="1901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797" y="1883664"/>
            <a:ext cx="247893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Kelgusida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2597" y="2542032"/>
            <a:ext cx="2936138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tarixiga asoslangan bashoratli texnik ko‘rik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Sug‘urta va korporativ avtopark shartnomalari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MDH bozorlariga chiqish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Buni kim quryapti.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8109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46704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Ta’sischi / CEO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877056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005840" y="4206240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005840" y="4535424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4353458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2928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7778" y="3346704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Dasturlash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10658" y="3877056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4810658" y="4206240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4810658" y="4535424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8158277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97746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2597" y="3346704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Tijorat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15477" y="3877056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8615477" y="4206240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8615477" y="4535424"/>
            <a:ext cx="2570378" cy="10973"/>
          </a:xfrm>
          <a:prstGeom prst="rect">
            <a:avLst/>
          </a:prstGeom>
          <a:solidFill>
            <a:srgbClr val="E7ECF7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548640" y="5230368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30368"/>
            <a:ext cx="1054577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 uchun qo‘shing: ism, rol va nega aynan u mos ekani haqida bir qator.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594360"/>
            <a:ext cx="3383280" cy="3383280"/>
          </a:xfrm>
          <a:prstGeom prst="ellipse">
            <a:avLst/>
          </a:prstGeom>
          <a:solidFill>
            <a:srgbClr val="0E1729"/>
          </a:solidFill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3358" y="1169518"/>
            <a:ext cx="2232965" cy="2232965"/>
          </a:xfrm>
          <a:prstGeom prst="ellipse">
            <a:avLst/>
          </a:prstGeom>
          <a:solidFill>
            <a:srgbClr val="0E1729"/>
          </a:solidFill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2348" y="1778508"/>
            <a:ext cx="1014984" cy="1014984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qurildi.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066544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 — miqyos.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80944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O‘nta repozitoriy, yettita xizmat va ishlayotgan mahsulot. Uni mamlakatdagi har bir servisga olib kirish uchun kapital va hamkorlar izlayapmiz.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553712"/>
            <a:ext cx="47640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SO‘ROV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901184"/>
            <a:ext cx="47640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nimaga · qaysi bosqichni yopadi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553712"/>
            <a:ext cx="47640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4901184"/>
            <a:ext cx="47640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· telefon · e-mail · sayt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089904"/>
            <a:ext cx="237744" cy="237744"/>
          </a:xfrm>
          <a:prstGeom prst="ellipse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896112" y="603504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 · Auto-Garaj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AvtoNazorat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AvtoNazorat — Avtoservis uchun raqamli boshqaruv</dc:title>
  <dc:subject>PptxGenJS Presentation</dc:subject>
  <dc:creator>AvtoNazorat</dc:creator>
  <cp:lastModifiedBy>AvtoNazorat</cp:lastModifiedBy>
  <cp:revision>1</cp:revision>
  <dcterms:created xsi:type="dcterms:W3CDTF">2026-08-25T05:27:30Z</dcterms:created>
  <dcterms:modified xsi:type="dcterms:W3CDTF">2026-08-25T05:27:30Z</dcterms:modified>
</cp:coreProperties>
</file>